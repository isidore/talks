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sldIdLst>
    <p:sldId id="276" r:id="rId2"/>
    <p:sldId id="278" r:id="rId3"/>
    <p:sldId id="279" r:id="rId4"/>
    <p:sldId id="280" r:id="rId5"/>
    <p:sldId id="281" r:id="rId6"/>
    <p:sldId id="282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271" r:id="rId27"/>
    <p:sldId id="275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>
            <p14:sldId id="271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37"/>
    <p:restoredTop sz="65865"/>
  </p:normalViewPr>
  <p:slideViewPr>
    <p:cSldViewPr snapToGrid="0" snapToObjects="1">
      <p:cViewPr varScale="1">
        <p:scale>
          <a:sx n="99" d="100"/>
          <a:sy n="99" d="100"/>
        </p:scale>
        <p:origin x="193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1BAA-7863-A845-95EE-E0917C9017C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5D2C9-2D07-354B-99FC-F9CD075E9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Analyzers in .NET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DCE3EC"/>
                </a:solidFill>
              </a:rPr>
              <a:t>An overview of .NET analyzers, and how to create a custom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2438ED-838D-BA44-BFF1-5A22F7FDC4E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How analyzers plug into a .csproj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4C367C-97E1-4040-96C0-6456AABA4219}"/>
              </a:ext>
            </a:extLst>
          </p:cNvPr>
          <p:cNvSpPr/>
          <p:nvPr/>
        </p:nvSpPr>
        <p:spPr>
          <a:xfrm>
            <a:off x="571500" y="2095500"/>
            <a:ext cx="4953000" cy="20955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MyApp.csproj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PackageReference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Include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"StyleCop.Analyzers"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Version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"1.1.118"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PrivateAssets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"all"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/&gt;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&lt;/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1A89B1-C73B-F245-A9BE-99D29ACDE334}"/>
              </a:ext>
            </a:extLst>
          </p:cNvPr>
          <p:cNvSpPr/>
          <p:nvPr/>
        </p:nvSpPr>
        <p:spPr>
          <a:xfrm>
            <a:off x="571500" y="4533900"/>
            <a:ext cx="4953000" cy="13462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.editorconfig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dotnet_diagnostic.SA1503.severity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error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DD9562-F7AD-AA4B-BCAA-335C0D0014AF}"/>
              </a:ext>
            </a:extLst>
          </p:cNvPr>
          <p:cNvSpPr/>
          <p:nvPr/>
        </p:nvSpPr>
        <p:spPr>
          <a:xfrm>
            <a:off x="5905500" y="20955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Add the NuGet package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4656E7-068C-FE45-9601-06876EB87FF3}"/>
              </a:ext>
            </a:extLst>
          </p:cNvPr>
          <p:cNvSpPr/>
          <p:nvPr/>
        </p:nvSpPr>
        <p:spPr>
          <a:xfrm>
            <a:off x="7112000" y="31623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EA5B49E-E351-C44E-A062-FC03F059B69E}"/>
              </a:ext>
            </a:extLst>
          </p:cNvPr>
          <p:cNvSpPr/>
          <p:nvPr/>
        </p:nvSpPr>
        <p:spPr>
          <a:xfrm>
            <a:off x="5905500" y="34671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Roslyn loads it at compile time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6960B50-EF0B-7940-961B-5070FB6389B6}"/>
              </a:ext>
            </a:extLst>
          </p:cNvPr>
          <p:cNvSpPr/>
          <p:nvPr/>
        </p:nvSpPr>
        <p:spPr>
          <a:xfrm>
            <a:off x="7112000" y="45339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495F54D-88EA-114E-B3B8-FFBE6D6F237B}"/>
              </a:ext>
            </a:extLst>
          </p:cNvPr>
          <p:cNvSpPr/>
          <p:nvPr/>
        </p:nvSpPr>
        <p:spPr>
          <a:xfrm>
            <a:off x="5905500" y="48387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Squiggles in the IDE, warnings or errors in the build</a:t>
            </a:r>
          </a:p>
        </p:txBody>
      </p:sp>
    </p:spTree>
    <p:extLst>
      <p:ext uri="{BB962C8B-B14F-4D97-AF65-F5344CB8AC3E}">
        <p14:creationId xmlns:p14="http://schemas.microsoft.com/office/powerpoint/2010/main" val="318514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D0BD2-EA5E-0A45-B0E4-89B89570693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AZURE_FUNCTIONS_0001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52252-069A-5E46-A6AE-A45BFCE3B9F2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AzureFunctionAnalyzers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6E333-70F5-DA4B-869E-8386744D94F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class names that drift from function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4EA9EA-5908-5D40-910C-E423D7A3596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056648-ED92-604C-B5A8-48C50B9B005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28206-A1BC-F948-8CE1-A9C93F76ACC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D1C25-8ED3-2543-8865-34F02B01E87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GetOrder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957771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0A56E2-18A9-C445-8649-5F7B33CCC10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STYLE  ·  SA1503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159F4-2B1C-BF4D-84D5-410CEE90B5A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StyleCop.Analyzers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3D8C3-A3A5-4640-BC6E-46F77834E4A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omitted braces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BE498-EC0E-CF4B-BECA-2966938D10AE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C3BBB-12B0-6546-9A93-C583729E9C4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DF948-B999-064E-AE4D-725575D81A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CE8D-C2C0-B744-AD13-69E179B32D0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41745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2C5F48-AA6E-7E45-9335-22693E2DF9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18DCD-833E-6242-AAC1-F6096709967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8F74-92D8-6D48-BE76-8CE259DF9BCF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12B15-EAA1-8147-9868-BF5B4EC265C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4A3A78-3A66-9B4C-A6DB-C41760C7513D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"Customer"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customerId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(customerId);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63B9C-FAEC-8B4E-92AA-A654A9194D7F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27E36-8D46-C147-B2E5-340EEB3F61D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(orderId);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945549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C072E3-93BF-3841-BC61-405DD872DF3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[StringSyntax]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C275F-B4FC-0640-A922-AC5E8907C5F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StringSyntaxAttributeAnalyzer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FCA42-0FC4-2041-9F69-0FAB61811AF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strings passed to the wrong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827973-FA47-6D4F-BC9E-780C5DA19F1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762B8F-4E97-DD4E-8101-61736F5B8579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.Json)]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json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(json);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Json passed where Regex expected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012B0-48AD-9F4A-813E-DA35DD9E4ED3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BB2A6-77F7-E845-B121-5927680AFE4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@"^\d+$"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(pattern);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924362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6A0FFF-A0BB-A546-9441-B7044D561C5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RCS1118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2A6E3-B5DE-D542-8175-C425E52F548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Roslynator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752DD-558F-704F-BC14-84F02839F63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locals that should be const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EB6B3-2962-2941-A629-30C9E0FC667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FB6A1-8047-3941-9669-9251042CC61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4A27-8CA2-684E-93E3-4F82F72D1AA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D815A-F29F-8A40-80E0-9CBDD76306D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const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663474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21239A-5E78-5D4D-AE02-6EFB446F07D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MA0006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868BA-DE3C-C441-BCF9-A80429B0F44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Meziantou.Analyzer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719E7-342A-9E41-85E9-47503742834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ambiguous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6D4E0-1A4F-3D41-8092-E0F4F1B84CAD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9AF5D-5706-6A4B-945D-09687ED0ED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(a == b)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CCEB3-29BC-CD4C-B7B5-456997CECEA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55781-7242-3044-BADB-E498728BADF7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(a, b,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StringComparison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.Ordinal))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61068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1DF7C-8BF1-5C49-B1A4-8B01659797E6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ERP022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A3B81F-9A16-B349-8E9B-F30A07B6692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ErrorProne.NET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390497-D220-774A-BC2A-263792F91E2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swallowed exceptions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326AF-E9CF-1D47-8DEE-2B1BBB79C1D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C9B57-7A88-9444-A962-0056C8F0FEF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F3BDC-60C3-664F-83DB-51B6B676C02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6BF29-305E-7743-BD18-D18FC05D916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Exception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e)
{
    logger.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LogError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(e,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"Save failed"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
   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throw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16380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789A4F-7B19-8346-8C81-904198C2CE5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GU0011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CF642-346D-A44E-9A5E-5A6DCA5EF856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Gu.Analyzers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92930-79A0-9244-A009-B9C1C48640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ignored return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C54AE-2FA2-2847-8A73-C5FC15461D5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3BE7A-7693-8C4A-870B-6327D1E80F0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B2E2C-0B50-CB48-BBEE-AC63C288D91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08434-AD37-E04A-A664-E97FAB3D6D01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 = 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4075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765C5-16C4-7245-8D5A-FE8D63C1EF7F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DABD-8B1E-8340-A06A-C09FA2784C1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Wintellect.Analyzers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847FB8-50C6-D14C-8990-FE107B9B601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opaque objects in the debugger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60223-0966-C246-A8FA-2E42E9EAE38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9230C-5809-D54C-B03A-66CAC472612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D7C1F1-1913-6C41-9294-F4BECF7DFE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382A2-E709-E44D-93E5-B9C2C2F5CAC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DebuggerDisplay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"{Id}: {Name}"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82902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DE3BC6-2651-FC4E-BFD9-729BACED690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CA1822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10DA8-F1CA-FB4F-A27E-08D0BDA766A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Microsoft.CodeAnalysis.NetAnalyzers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7C0E2-C72E-EB47-832D-C3DE940BD76C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instance members that should be static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D1AF6-C90B-3341-B819-2CCDB865DC1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9EDB5-B8FB-B645-A880-C475B784CE83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12960-042B-614C-A648-9C1BC820187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C16BA3-65CA-8147-BE14-393EA450E504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83822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9C066-12A7-9246-9C3E-6F7D504029F8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AsyncFixer02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3313E-1DEB-B041-9F31-A7459EB184A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AsyncFixer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2FA48-4160-A043-B45B-707A3C2867A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blocking calls in async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A6C9E-E5F5-544E-911E-509F88CC636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C456C-D733-8442-9043-CEDA19EED88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Sleep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01E517-8440-EB42-8328-F6C5DD87A06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A1FDA-C8BB-7A4F-A9A4-4FB40BF7549C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await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Delay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34208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8E6174-CE9E-F848-9945-421836996169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IDISP001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654941-47AC-1E4F-8194-0ABD3A05F2A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IDisposableAnalyzers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B1B05-0916-1A47-B1F1-A470F04C171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leaked disposables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4C194-B19E-184D-9283-F2896A11B2D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4E341-B809-FF48-BC25-09FFD69856C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B57A0-61AF-294F-99C4-1F5493ADF7B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144B6-D4EF-9849-9147-690E83E22AD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using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31309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4DBB57-6569-884B-AFDA-B0FFC10564C3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S2068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82790-9FE0-DC4C-B60B-62547279BAB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SonarAnalyzer for C#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085636-2092-474E-86CD-997B1CED623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hard-coded credentials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D74E1-A8F7-9D4F-BF69-F000EE84AFB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2EC144-8625-0047-AE89-6B0AEFB9CAC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"hunter2"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B653A5-1EF5-CB42-9508-E9562CAD2A96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814FC-00CA-014C-BDE2-E20DD5A100DE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config[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"Db:Password"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48134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691911-7960-A747-873B-8CBF6A1B84FE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SCS0002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5FE68-938B-824C-9194-C6672A78391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Security Code Scan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0C28C1-C74D-8A45-89AF-B8FF14DED58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EB744-D6F7-2949-BDD4-C1CD5336F09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CE55E-4BF8-BB4F-91D4-729D24218C12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+ id, conn);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0A7B9-ADFD-9240-B7EC-463F99E1F08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54BBD7-F26A-0241-87E9-43DA66AF15C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919046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215D06-D7C4-C64A-B5DD-9609042F48EB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DS126858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D8F52-C5D6-8246-9403-AB82FD914F4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 DevSkim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B5977-D394-7E43-B69D-1FE267CF5F2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weak hash algorithms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651A-F901-A948-AC97-931DAE08949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CBD61D-74CD-C340-AA50-77FB51F1A1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MD5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5513C0-B52F-6A4C-A244-F825E7DD793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97A9E-4CB1-FB43-8A18-87B01C931CC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SHA256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05087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4CF559-BBC5-4446-AC25-5FBFF8F93AA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cs/sql-injection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FB95-5823-BE46-BEE2-96D4767542B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CodeQL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371991-DFCB-774F-A7F9-70AB0365C5E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 across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AFE4B-2D80-BB43-BF91-35DAD77FC7CB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A424-0426-D94E-80FD-AC401537456E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 =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Build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(id); 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returns "... WHERE Id=" + 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db.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ExecuteSqlRaw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(sql);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CCF63-6D27-2A46-8D9C-BB2DE7DF9867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C00C6-254B-324B-A658-75323AC295FD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db.Users.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FromSqlInterpolated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$"SELECT * FROM Users WHERE Id={id}"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842954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5705E-4EA1-6E49-9303-3EB8D5B4F6AD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8F67E-C5FB-4646-B1E7-792290BD7534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Snyk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490DD-59B5-A648-9986-0DFAAF4781D4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tainted input that crosses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9C4B7-DA10-4745-B94A-908E14F885A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962AA-5569-F94F-81D6-99E5EDE7E7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    +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 +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18C5E9-2BE8-274C-81B3-E95080FE863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A43E34-96A7-E449-9758-0863747DE81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31574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8AC57-B2C7-D34D-ADFA-CCC8BF552EC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xUnit2013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BF4634-9306-7C45-9BB2-AF376683D1F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xUnit.net 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1336E-2F1B-A648-ABCA-6723BA09615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unclear collection-size asserts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23E75-240C-E742-A35C-A73203EA27B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82F38-8CCB-5F40-9498-109B80BDA98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items.Count);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650D2-41CD-F34A-BBB9-47B23629F95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206CFA-7FE1-024D-9D62-C4833D53602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Empty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(items);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90009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375C2-4A17-E64D-8372-8B4FD7D1646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NS1000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60BCD-2E86-0B42-AD61-8396D7A15C8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NSubstitute.Analyzers.CSharp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EF53B-20A2-6F4D-9E26-B9EED530221D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mock setups that silently do nothing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9060F1-638D-2E4B-9A58-47B8259F13CA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65DBDD-DE80-9A4C-93E1-1011DC5DCDC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non-virtual, setup does nothing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E2B66A-582C-2C4C-80C5-5F0A484E8F1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0CAC2-C038-A641-AE66-70085EB1DD5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virtual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67214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E67F75-0848-2047-9C61-F20E538507E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Serilog006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D4BD57-096F-DC40-9EFB-40180373C40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SerilogAnalyzer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29639-FEAF-7F49-9513-858535079FD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inconsistent log property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C84E-4BD9-AE4C-9861-6682D54BEF0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7688E-453A-B04A-BB3F-FB05F4443EF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24E517-2583-394C-9B0E-F985361C26D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A57695-4B1E-BE44-B8E6-22C8F14EAB5A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16386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5261B6-AD48-9047-BA49-063E1A7ABB9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API1000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3CBB2-E900-984A-B5DE-0A15585E78F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Microsoft.AspNetCore.Mvc.Api.Analyzers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84FB7-78D1-5A4F-A2B1-E56EFD4951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undocumented response codes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DFCC3-87DF-3743-BB1D-F0294C00D28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0292C-5428-7547-A113-3834B445CE95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02956-1FAF-864A-A873-E6CF6A388CEC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75E4-2C6A-0847-99FA-306CBF16C48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404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3765797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C43EB-FC86-DE46-BB0C-903987B4475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Loop can be converted to LINQ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8B1C2-9958-B446-BD6E-4E2E731B7EB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ReSharper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37E94-3ECB-6245-8C7E-6ADEA020521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hand-written loops LINQ can replace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C02C0B-F421-0E48-80ED-2D0FC7613BA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E0EF5A-EFAC-1241-9403-82E13395CA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&gt;();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foreach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nums)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 result.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66E54-9270-D147-934A-AADF58C4CC4D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69D24-230B-6E42-9BD8-18ED107B6AB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nums.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Where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 =&gt; 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ToList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353008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62D35-2C1D-6247-A0B2-4031869E106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CQLinq: namespaces mutually dependent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7E958-0B44-F745-A2A3-F51EC304A37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NDepend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FBC85-CE9C-B944-AE1B-9997DBF0537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circular namespace dependencies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DD8E9-40A4-5647-901D-74E0BD2819E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F42B3-C54E-C742-83CF-F61780A4857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Billing.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Orders.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08EE9-0F89-CE4E-B195-B70B536E3DD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3EC37-A54E-2548-9E9A-080C468A802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Contracts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31009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32560494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1459494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1655</TotalTime>
  <Words>1474</Words>
  <Application>Microsoft Macintosh PowerPoint</Application>
  <PresentationFormat>On-screen Show (4:3)</PresentationFormat>
  <Paragraphs>219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Arial</vt:lpstr>
      <vt:lpstr>Calibri</vt:lpstr>
      <vt:lpstr>Consolas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Llewellyn Falco</cp:lastModifiedBy>
  <cp:revision>24</cp:revision>
  <dcterms:created xsi:type="dcterms:W3CDTF">2013-01-27T09:14:16Z</dcterms:created>
  <dcterms:modified xsi:type="dcterms:W3CDTF">2026-10-06T04:01:13Z</dcterms:modified>
  <cp:category/>
</cp:coreProperties>
</file>