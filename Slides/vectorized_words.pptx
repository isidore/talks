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87"/>
    <p:restoredTop sz="94668"/>
  </p:normalViewPr>
  <p:slideViewPr>
    <p:cSldViewPr snapToGrid="0">
      <p:cViewPr varScale="1">
        <p:scale>
          <a:sx n="152" d="100"/>
          <a:sy n="152" d="100"/>
        </p:scale>
        <p:origin x="79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E115B-009D-E5CA-1C88-847DC2B5C0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A23841-CE34-BE1C-9176-061A688BA3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F3DA1-F993-15C7-12A8-A9703EED0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CA533-4D93-DD8A-F097-218320BDF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DD8C0-1F6C-05F6-2F17-2440B3AA8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76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7128F-9C4C-8BD9-69D4-9C81DE732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80B15-8E55-6714-5431-6F1051BC9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53B00-F8D3-A363-1136-A53250878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16885-3767-EE91-F679-81C705D3D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7740B-62BE-B24C-E9CF-01393E5C5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48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EAB83-CF70-BAED-5B06-A2DAAFEF9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C13B59-C79A-8E26-6C43-DC90DF360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7F867-8335-8942-3E66-9E62AA01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2BC2F-2444-78B5-C3EC-004415530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18A6B-C7FB-AB39-80B0-B4A437BC8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97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1FA43-DA4C-9CCD-2105-09C4E55EE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2C9DE-B4EB-56D8-516B-E3C8A5370F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874AA-0620-A0B1-4FC3-A651F50C36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C27794-ED37-82D9-C7DF-4EA2A9EE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1086B-8DBB-C6DD-0D52-EDCB0A371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95237E-39A4-F1BF-564D-4781A6765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264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85EA6-8499-1169-11A0-0BF028FED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9D91B-7D67-AE34-87A7-FB7BCF847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66536-37F3-805E-C376-DA997185D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389B96-1AC1-9FCA-E980-9BA8786A89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AF6B07-7C38-570B-C971-050A32B1E0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915CC9-413A-3D08-C286-225F23FD4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EBF445-FB4F-B726-C615-57EB34F98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586B67-5C2C-3261-A0A8-69BED5DB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25984-EE14-DB3A-37EB-68A54AC70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75E0EB-B3E8-CCF3-8460-BAA356F9E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744079-CFC8-1D94-730A-70250D42C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76740D-BE7B-5F1C-FB88-9AE7CF55E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022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B83145-A3C3-6E8A-2C8B-E9704226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EDCB65-7A45-FF75-3FF9-DB2094D57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74A20-B80F-0475-8A6B-8A0EBC391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636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63BCA-829A-0048-67D7-89CFAD548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7B5CF-F97D-9519-9631-BEE144515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1EBA01-C43C-BC33-FDCC-BE4D52619D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42DAD-E2F5-6608-D3CF-7267E418F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521692-40FB-313C-BC45-B110898BF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CA7F4F-B3CD-2E3C-5055-8A5DC11DE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45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A63C6-8FDC-9554-C3B6-11665A5AE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95822D-D07B-0CA9-EDA7-243F2C92C4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AF165-3CC2-ED83-14D0-F36EC8FD7C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682A1C-6506-6905-CA8A-954EEA6EE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F423A2-6057-B80C-AE2F-5AB184C7E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4C2C7-39E7-3990-4548-E0BEDECDC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56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52F59-FA1C-9E7A-DF53-905A3E3A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AE6E0A-4E3B-9D16-F342-3C657462B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018849-7A87-F260-D72C-2C0C9E246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BB9E5-291E-374F-EFE5-A3CD9BC89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D8BFF-1836-4AB7-3A8B-84FC1A8BC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554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EF3A60-F8BB-7F3F-2744-60A60B6310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EC6A4E-A6F9-1B59-9571-708E9ACD1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DB7EE-D68A-5442-1B72-FFE75E73F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2CAAE-166A-594A-4AB1-14C69A2E5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1B22D-496C-2FF5-E66B-A42C3D34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56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C9833F-4EF5-C3CB-D2AF-75D4E6890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767E48-829A-BDDF-7A90-A4157525E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179C5-CE12-B60E-7175-21F2DCBC9B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0AF30-B289-0646-AB75-3C39BCF92040}" type="datetimeFigureOut">
              <a:rPr lang="en-US" smtClean="0"/>
              <a:t>7/24/25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84DEE-07E5-13CF-721E-DE4B8D5B96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12D7-DB8C-CF71-96F7-794BF5C10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0324CB-D8C2-1B4D-B2CD-A72DE5055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59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98F50A-524F-4195-E4FE-EB7B7C2CDB9A}"/>
              </a:ext>
            </a:extLst>
          </p:cNvPr>
          <p:cNvCxnSpPr/>
          <p:nvPr/>
        </p:nvCxnSpPr>
        <p:spPr>
          <a:xfrm>
            <a:off x="6623222" y="506627"/>
            <a:ext cx="0" cy="52886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E2C0601-9830-B57A-1C8F-5FA584937428}"/>
              </a:ext>
            </a:extLst>
          </p:cNvPr>
          <p:cNvCxnSpPr/>
          <p:nvPr/>
        </p:nvCxnSpPr>
        <p:spPr>
          <a:xfrm>
            <a:off x="4263242" y="3099460"/>
            <a:ext cx="47857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A6621D-3290-0EE0-A055-8CF4B5AFB7AA}"/>
              </a:ext>
            </a:extLst>
          </p:cNvPr>
          <p:cNvCxnSpPr/>
          <p:nvPr/>
        </p:nvCxnSpPr>
        <p:spPr>
          <a:xfrm flipV="1">
            <a:off x="6623222" y="2137558"/>
            <a:ext cx="941360" cy="9262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5DE0DDA-CC28-0FBD-2314-52DA17645998}"/>
              </a:ext>
            </a:extLst>
          </p:cNvPr>
          <p:cNvSpPr txBox="1"/>
          <p:nvPr/>
        </p:nvSpPr>
        <p:spPr>
          <a:xfrm>
            <a:off x="6768935" y="3230088"/>
            <a:ext cx="931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color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3E04F5-290B-A258-F2E1-1FA73D8DB0C9}"/>
              </a:ext>
            </a:extLst>
          </p:cNvPr>
          <p:cNvSpPr txBox="1"/>
          <p:nvPr/>
        </p:nvSpPr>
        <p:spPr>
          <a:xfrm>
            <a:off x="7693231" y="1952892"/>
            <a:ext cx="1059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colour</a:t>
            </a: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695DC83-AF9B-14A0-4AB4-B86E350C50E3}"/>
              </a:ext>
            </a:extLst>
          </p:cNvPr>
          <p:cNvSpPr/>
          <p:nvPr/>
        </p:nvSpPr>
        <p:spPr>
          <a:xfrm>
            <a:off x="4509414" y="950026"/>
            <a:ext cx="4227616" cy="4227616"/>
          </a:xfrm>
          <a:prstGeom prst="ellipse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6F0E7-9019-97BF-825B-3D7351F36916}"/>
              </a:ext>
            </a:extLst>
          </p:cNvPr>
          <p:cNvSpPr txBox="1"/>
          <p:nvPr/>
        </p:nvSpPr>
        <p:spPr>
          <a:xfrm>
            <a:off x="8700985" y="2512069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3.Color</a:t>
            </a: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D8766E0C-5063-808B-BE06-8E4C34193355}"/>
              </a:ext>
            </a:extLst>
          </p:cNvPr>
          <p:cNvSpPr/>
          <p:nvPr/>
        </p:nvSpPr>
        <p:spPr>
          <a:xfrm>
            <a:off x="6614556" y="866899"/>
            <a:ext cx="2351314" cy="2185059"/>
          </a:xfrm>
          <a:custGeom>
            <a:avLst/>
            <a:gdLst>
              <a:gd name="connsiteX0" fmla="*/ 0 w 2351314"/>
              <a:gd name="connsiteY0" fmla="*/ 2185059 h 2185059"/>
              <a:gd name="connsiteX1" fmla="*/ 1092530 w 2351314"/>
              <a:gd name="connsiteY1" fmla="*/ 0 h 2185059"/>
              <a:gd name="connsiteX2" fmla="*/ 2351314 w 2351314"/>
              <a:gd name="connsiteY2" fmla="*/ 1235033 h 2185059"/>
              <a:gd name="connsiteX3" fmla="*/ 0 w 2351314"/>
              <a:gd name="connsiteY3" fmla="*/ 2185059 h 2185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51314" h="2185059">
                <a:moveTo>
                  <a:pt x="0" y="2185059"/>
                </a:moveTo>
                <a:lnTo>
                  <a:pt x="1092530" y="0"/>
                </a:lnTo>
                <a:lnTo>
                  <a:pt x="2351314" y="1235033"/>
                </a:lnTo>
                <a:lnTo>
                  <a:pt x="0" y="2185059"/>
                </a:lnTo>
                <a:close/>
              </a:path>
            </a:pathLst>
          </a:custGeom>
          <a:solidFill>
            <a:srgbClr val="D1D1D1">
              <a:alpha val="4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BBB2062-6E3E-EDDD-D254-A28D4A6D1BEA}"/>
              </a:ext>
            </a:extLst>
          </p:cNvPr>
          <p:cNvSpPr/>
          <p:nvPr/>
        </p:nvSpPr>
        <p:spPr>
          <a:xfrm>
            <a:off x="5296395" y="1199408"/>
            <a:ext cx="261257" cy="2375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608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D2C913-3BF6-4AA5-B681-C5DEFE844532}"/>
              </a:ext>
            </a:extLst>
          </p:cNvPr>
          <p:cNvSpPr txBox="1"/>
          <p:nvPr/>
        </p:nvSpPr>
        <p:spPr>
          <a:xfrm>
            <a:off x="3930732" y="1698171"/>
            <a:ext cx="1174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Important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4F27D-F0CC-1EC5-CA83-0456BF1285FD}"/>
              </a:ext>
            </a:extLst>
          </p:cNvPr>
          <p:cNvSpPr txBox="1"/>
          <p:nvPr/>
        </p:nvSpPr>
        <p:spPr>
          <a:xfrm>
            <a:off x="3930732" y="2610591"/>
            <a:ext cx="1169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important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AEFBE-6155-667C-25EE-162A81C4B2F4}"/>
              </a:ext>
            </a:extLst>
          </p:cNvPr>
          <p:cNvSpPr txBox="1"/>
          <p:nvPr/>
        </p:nvSpPr>
        <p:spPr>
          <a:xfrm>
            <a:off x="5401293" y="1090551"/>
            <a:ext cx="1241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Important!</a:t>
            </a:r>
          </a:p>
          <a:p>
            <a:r>
              <a:rPr lang="en-US" dirty="0"/>
              <a:t>Important:</a:t>
            </a:r>
          </a:p>
        </p:txBody>
      </p:sp>
    </p:spTree>
    <p:extLst>
      <p:ext uri="{BB962C8B-B14F-4D97-AF65-F5344CB8AC3E}">
        <p14:creationId xmlns:p14="http://schemas.microsoft.com/office/powerpoint/2010/main" val="402339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A65D41C-A762-4023-FBC2-5498D8279224}"/>
              </a:ext>
            </a:extLst>
          </p:cNvPr>
          <p:cNvSpPr txBox="1"/>
          <p:nvPr/>
        </p:nvSpPr>
        <p:spPr>
          <a:xfrm>
            <a:off x="2529444" y="1686296"/>
            <a:ext cx="1775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color is 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C24A8E-8AA3-4B62-8CF4-74EAD6B2DC7C}"/>
              </a:ext>
            </a:extLst>
          </p:cNvPr>
          <p:cNvSpPr txBox="1"/>
          <p:nvPr/>
        </p:nvSpPr>
        <p:spPr>
          <a:xfrm>
            <a:off x="2529444" y="2824348"/>
            <a:ext cx="1904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</a:t>
            </a:r>
            <a:r>
              <a:rPr lang="en-US" dirty="0" err="1"/>
              <a:t>colour</a:t>
            </a:r>
            <a:r>
              <a:rPr lang="en-US" dirty="0"/>
              <a:t> is it?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7F5FEC-70D1-CFA0-93E7-40FBF8DFED0A}"/>
              </a:ext>
            </a:extLst>
          </p:cNvPr>
          <p:cNvSpPr txBox="1"/>
          <p:nvPr/>
        </p:nvSpPr>
        <p:spPr>
          <a:xfrm>
            <a:off x="5448795" y="1686296"/>
            <a:ext cx="1776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 color=”red”&gt;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E2D925-2BA8-9986-9981-5354C7A3C4E3}"/>
              </a:ext>
            </a:extLst>
          </p:cNvPr>
          <p:cNvSpPr txBox="1"/>
          <p:nvPr/>
        </p:nvSpPr>
        <p:spPr>
          <a:xfrm>
            <a:off x="5503799" y="2824348"/>
            <a:ext cx="1904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 </a:t>
            </a:r>
            <a:r>
              <a:rPr lang="en-US" dirty="0" err="1"/>
              <a:t>colour</a:t>
            </a:r>
            <a:r>
              <a:rPr lang="en-US" dirty="0"/>
              <a:t>=”red”&gt;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B588FF-AA85-4551-F1FB-D39CE3FAFD42}"/>
              </a:ext>
            </a:extLst>
          </p:cNvPr>
          <p:cNvSpPr txBox="1"/>
          <p:nvPr/>
        </p:nvSpPr>
        <p:spPr>
          <a:xfrm>
            <a:off x="3288062" y="4482475"/>
            <a:ext cx="609797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"Off-</a:t>
            </a:r>
            <a:r>
              <a:rPr lang="en-US" b="1" dirty="0" err="1"/>
              <a:t>colour</a:t>
            </a:r>
            <a:r>
              <a:rPr lang="en-US" b="1" dirty="0"/>
              <a:t>"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i="1" dirty="0"/>
              <a:t>Meaning</a:t>
            </a:r>
            <a:r>
              <a:rPr lang="en-US" dirty="0"/>
              <a:t>: Feeling unwell or under the weather.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i="1" dirty="0"/>
              <a:t>Example</a:t>
            </a:r>
            <a:r>
              <a:rPr lang="en-US" dirty="0"/>
              <a:t>: “I’m feeling a bit </a:t>
            </a:r>
            <a:r>
              <a:rPr lang="en-US" dirty="0" err="1"/>
              <a:t>off-colour</a:t>
            </a:r>
            <a:r>
              <a:rPr lang="en-US" dirty="0"/>
              <a:t> today.”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i="1" dirty="0"/>
              <a:t>Note</a:t>
            </a:r>
            <a:r>
              <a:rPr lang="en-US" dirty="0"/>
              <a:t>: Rarely used this way in the US.</a:t>
            </a:r>
          </a:p>
        </p:txBody>
      </p:sp>
    </p:spTree>
    <p:extLst>
      <p:ext uri="{BB962C8B-B14F-4D97-AF65-F5344CB8AC3E}">
        <p14:creationId xmlns:p14="http://schemas.microsoft.com/office/powerpoint/2010/main" val="480121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69</Words>
  <Application>Microsoft Macintosh PowerPoint</Application>
  <PresentationFormat>Widescreen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Falco, Llewellyn</dc:creator>
  <cp:lastModifiedBy>Falco, Llewellyn</cp:lastModifiedBy>
  <cp:revision>1</cp:revision>
  <dcterms:created xsi:type="dcterms:W3CDTF">2025-07-24T21:26:14Z</dcterms:created>
  <dcterms:modified xsi:type="dcterms:W3CDTF">2025-07-25T04:52:40Z</dcterms:modified>
</cp:coreProperties>
</file>